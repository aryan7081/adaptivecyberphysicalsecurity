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C78"/>
                </a:solidFill>
              </a:defRPr>
            </a:pPr>
            <a:r>
              <a:t>Network Intrusion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Hybrid ML + Deep Learning on CIC-IDS 2017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AML-DL Combined —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Problem &amp;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Goal: flag malicious flows when supervised labels are limited.</a:t>
            </a:r>
          </a:p>
          <a:p>
            <a:pPr>
              <a:spcAft>
                <a:spcPts val="1000"/>
              </a:spcAft>
              <a:defRPr sz="1800"/>
            </a:pPr>
            <a:r>
              <a:t>Setting: unsupervised anomaly detection — fit on benign (BENIGN) traffic only.</a:t>
            </a:r>
          </a:p>
          <a:p>
            <a:pPr>
              <a:spcAft>
                <a:spcPts val="1000"/>
              </a:spcAft>
              <a:defRPr sz="1800"/>
            </a:pPr>
            <a:r>
              <a:t>Compare Model A (OCSVM), Model B (MAE reconstruction), Model C (MAE + OCSVM hybrid).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Dataset: CIC-IDS 2017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Eight CSV segments merged → data/raw/cicids2017_all.csv (~2.83 million flows).</a:t>
            </a:r>
          </a:p>
          <a:p>
            <a:pPr>
              <a:spcAft>
                <a:spcPts val="1000"/>
              </a:spcAft>
              <a:defRPr sz="1800"/>
            </a:pPr>
            <a:r>
              <a:t>Binary task: BENIGN vs any attack (multi-class labels collapsed).</a:t>
            </a:r>
          </a:p>
          <a:p>
            <a:pPr>
              <a:spcAft>
                <a:spcPts val="1000"/>
              </a:spcAft>
              <a:defRPr sz="1800"/>
            </a:pPr>
            <a:r>
              <a:t>Features: 77 dims after preprocessing + engineering; identifiers excluded.</a:t>
            </a:r>
          </a:p>
          <a:p>
            <a:pPr>
              <a:spcAft>
                <a:spcPts val="1000"/>
              </a:spcAft>
              <a:defRPr sz="1800"/>
            </a:pPr>
            <a:r>
              <a:t>Excluded: Flow ID, Source/Destination IP &amp; ports, Timestamp.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Models &amp;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Model A: One-Class SVM (RBF, ν=0.01) on scaled tabular features.</a:t>
            </a:r>
          </a:p>
          <a:p>
            <a:pPr>
              <a:spcAft>
                <a:spcPts val="1000"/>
              </a:spcAft>
              <a:defRPr sz="1800"/>
            </a:pPr>
            <a:r>
              <a:t>Model B: Tabular MAE — threshold on reconstruction MSE vs benign median + 2σ.</a:t>
            </a:r>
          </a:p>
          <a:p>
            <a:pPr>
              <a:spcAft>
                <a:spcPts val="1000"/>
              </a:spcAft>
              <a:defRPr sz="1800"/>
            </a:pPr>
            <a:r>
              <a:t>Model C: Hybrid — OCSVM on frozen MAE embeddings.</a:t>
            </a:r>
          </a:p>
          <a:p>
            <a:pPr>
              <a:spcAft>
                <a:spcPts val="1000"/>
              </a:spcAft>
              <a:defRPr sz="1800"/>
            </a:pPr>
            <a:r>
              <a:t>Evaluation: python scripts/run_ablation.py --fast → 5k train / 5k test, seed 42.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MAE / Training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reports/mae_training_history.csv: logged multi-epoch run from earlier train_mae.py session.</a:t>
            </a:r>
          </a:p>
          <a:p>
            <a:pPr>
              <a:spcAft>
                <a:spcPts val="1000"/>
              </a:spcAft>
              <a:defRPr sz="1800"/>
            </a:pPr>
            <a:r>
              <a:t>CIC-IDS ablation used a 2-epoch MAE warm-up on benign subset (77 input dims).</a:t>
            </a:r>
          </a:p>
          <a:p>
            <a:pPr>
              <a:spcAft>
                <a:spcPts val="1000"/>
              </a:spcAft>
              <a:defRPr sz="1800"/>
            </a:pPr>
            <a:r>
              <a:t>MAE config: hidden 128, 4 layers, 4 heads, mask_ratio 0.15 (see config/config.yaml).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C78"/>
                </a:solidFill>
              </a:defRPr>
            </a:pPr>
            <a:r>
              <a:t>Results — All Metrics (from results/ablation_table.csv)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ROC-AUC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A: OCSVM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0.4363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0.7943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B: MAE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0.7059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C: 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0.3763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C78"/>
                </a:solidFill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Strongest on this run: Model A (ROC-AUC 0.794, F1 0.554).</a:t>
            </a:r>
          </a:p>
          <a:p>
            <a:pPr>
              <a:spcAft>
                <a:spcPts val="1000"/>
              </a:spcAft>
              <a:defRPr sz="1800"/>
            </a:pPr>
            <a:r>
              <a:t>B/C: MAE barely trained for CIC in this session → very low recall and F1.</a:t>
            </a:r>
          </a:p>
          <a:p>
            <a:pPr>
              <a:spcAft>
                <a:spcPts val="1000"/>
              </a:spcAft>
              <a:defRPr sz="1800"/>
            </a:pPr>
            <a:r>
              <a:t>Honest takeaway: deep models need full benign pretraining to compare fairly.</a:t>
            </a:r>
          </a:p>
          <a:p>
            <a:pPr>
              <a:spcAft>
                <a:spcPts val="1000"/>
              </a:spcAft>
              <a:defRPr sz="1800"/>
            </a:pPr>
            <a:r>
              <a:t>Artifacts: results/ablation_table.csv, models/mae_pretrained.pt.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C78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Q&amp;A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Repo: AML-DL-COMBINED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